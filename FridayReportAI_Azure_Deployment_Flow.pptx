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0"/>
            <a:ext cx="12188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22860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Container App Deployment Flow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0" y="292608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pipeline from source code to production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82396" y="3840480"/>
            <a:ext cx="1828800" cy="640080"/>
          </a:xfrm>
          <a:prstGeom prst="rect">
            <a:avLst>
              <a:gd name="adj" fmla="val 14286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Build &amp; Containerize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11196" y="4087368"/>
            <a:ext cx="32004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9" name="Text 7"/>
          <p:cNvSpPr/>
          <p:nvPr/>
        </p:nvSpPr>
        <p:spPr>
          <a:xfrm>
            <a:off x="3031236" y="3840480"/>
            <a:ext cx="1828800" cy="640080"/>
          </a:xfrm>
          <a:prstGeom prst="rect">
            <a:avLst>
              <a:gd name="adj" fmla="val 14286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Container Registry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860036" y="4087368"/>
            <a:ext cx="32004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1" name="Text 9"/>
          <p:cNvSpPr/>
          <p:nvPr/>
        </p:nvSpPr>
        <p:spPr>
          <a:xfrm>
            <a:off x="5180076" y="3840480"/>
            <a:ext cx="1828800" cy="640080"/>
          </a:xfrm>
          <a:prstGeom prst="rect">
            <a:avLst>
              <a:gd name="adj" fmla="val 14286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Azure Infrastructure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008876" y="4087368"/>
            <a:ext cx="32004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3" name="Text 11"/>
          <p:cNvSpPr/>
          <p:nvPr/>
        </p:nvSpPr>
        <p:spPr>
          <a:xfrm>
            <a:off x="7328916" y="3840480"/>
            <a:ext cx="1828800" cy="640080"/>
          </a:xfrm>
          <a:prstGeom prst="rect">
            <a:avLst>
              <a:gd name="adj" fmla="val 14286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Deploy Container App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157716" y="4087368"/>
            <a:ext cx="32004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5" name="Text 13"/>
          <p:cNvSpPr/>
          <p:nvPr/>
        </p:nvSpPr>
        <p:spPr>
          <a:xfrm>
            <a:off x="9477756" y="3840480"/>
            <a:ext cx="1828800" cy="640080"/>
          </a:xfrm>
          <a:prstGeom prst="rect">
            <a:avLst>
              <a:gd name="adj" fmla="val 14286"/>
            </a:avLst>
          </a:prstGeom>
          <a:solidFill>
            <a:srgbClr val="E11D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Runtime Architecture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&amp; Containerize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10B981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1 of 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97383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Source Code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TypeScript + React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02636" y="1458468"/>
            <a:ext cx="27432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307695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npm run build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Vite + esbuild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05756" y="1458468"/>
            <a:ext cx="27432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518007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Build Artifacts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dist/index.cjs + public/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008876" y="1458468"/>
            <a:ext cx="27432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728319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Docker Build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Multi-stage Dockerfile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11996" y="1458468"/>
            <a:ext cx="27432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938631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Container Image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Node.js 20 + JRE 17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20116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build pipeline compiles TypeScript source into production-ready artifacts, then packages them into a Docker container image.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5603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2560320"/>
            <a:ext cx="34747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6517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Output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dist/index.cjs — Bundled Express server (single file)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dist/public/ — React SPA assets (HTML, JS, CSS)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public/ — Static assets (avatars, logos, favicons)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lib/ — MPXJ JAR files for Microsoft Project parsing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25603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89120" y="2560320"/>
            <a:ext cx="34747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4498848" y="26517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Dockerfile Highlights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Multi-stage build: build stage → slim runtime stage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Base: node:20-slim with JRE 17 (for MPXJ library)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Final image size: ~400-600 MB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Entrypoint: node dist/index.cjs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25603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2560320"/>
            <a:ext cx="34747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8339328" y="26517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Commands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npm ci — Install dependencies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npm run build — Vite frontend + esbuild backend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build -t fridayreport . — Build image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tag fridayreport &lt;acr&gt;.azurecr.io/fridayreport:latest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Registry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075DD1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2 of 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1463040"/>
            <a:ext cx="2286000" cy="548640"/>
          </a:xfrm>
          <a:prstGeom prst="rect">
            <a:avLst>
              <a:gd name="adj" fmla="val 16667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Container Image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Local Docker Image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0" y="1664208"/>
            <a:ext cx="1371600" cy="146304"/>
          </a:xfrm>
          <a:prstGeom prst="rightArrow">
            <a:avLst/>
          </a:prstGeom>
          <a:solidFill>
            <a:srgbClr val="075DD1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280160"/>
            <a:ext cx="3200400" cy="731520"/>
          </a:xfrm>
          <a:prstGeom prst="rect">
            <a:avLst>
              <a:gd name="adj" fmla="val 12500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Azure Container Registry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fridayreportacr.azurecr.io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572768"/>
            <a:ext cx="1097280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0" y="1463040"/>
            <a:ext cx="2286000" cy="548640"/>
          </a:xfrm>
          <a:prstGeom prst="rect">
            <a:avLst>
              <a:gd name="adj" fmla="val 16667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Container App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Pulls image at deploy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132588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push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12480" y="132588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AcrPull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24688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container image is pushed to Azure Container Registry, which acts as the private image store. Container Apps pull the image from ACR using Managed Identity.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0175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0175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1089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ACR Configuration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SKU: Standard (dev) or Premium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Geo-replication available on Premium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Admin access: Disabled (use Managed Identity)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Retention policy: 30 days for untagged manifests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30175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89120" y="30175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1" name="Text 19"/>
          <p:cNvSpPr/>
          <p:nvPr/>
        </p:nvSpPr>
        <p:spPr>
          <a:xfrm>
            <a:off x="4498848" y="31089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Commands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 acr login --name fridayreportacr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tag fridayreport fridayreportacr.azurecr.io/fridayreport:v1.0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push fridayreportacr.azurecr.io/fridayreport:v1.0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Alternative: az acr build -t fridayreport:v1.0 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229600" y="30175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0" y="30175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4" name="Text 22"/>
          <p:cNvSpPr/>
          <p:nvPr/>
        </p:nvSpPr>
        <p:spPr>
          <a:xfrm>
            <a:off x="8339328" y="31089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Tagging Strategy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latest — Most recent build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v1.0, v1.1 — Semantic version tags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git-&lt;sha&gt; — Git commit hash for traceability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 immutable tags in production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Infrastructure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17255A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3 of 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8" name="Text 6"/>
          <p:cNvSpPr/>
          <p:nvPr/>
        </p:nvSpPr>
        <p:spPr>
          <a:xfrm>
            <a:off x="928116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Resource Group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fridayreport-rg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82596" y="1549908"/>
            <a:ext cx="201168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0" name="Text 8"/>
          <p:cNvSpPr/>
          <p:nvPr/>
        </p:nvSpPr>
        <p:spPr>
          <a:xfrm>
            <a:off x="2683764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PostgreSQL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Flexible Server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38244" y="1549908"/>
            <a:ext cx="201168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2" name="Text 10"/>
          <p:cNvSpPr/>
          <p:nvPr/>
        </p:nvSpPr>
        <p:spPr>
          <a:xfrm>
            <a:off x="4439412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Blob Storage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File Uploads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93892" y="1549908"/>
            <a:ext cx="201168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4" name="Text 12"/>
          <p:cNvSpPr/>
          <p:nvPr/>
        </p:nvSpPr>
        <p:spPr>
          <a:xfrm>
            <a:off x="6195060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Vault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Secrets Mgmt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49540" y="1549908"/>
            <a:ext cx="201168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6" name="Text 14"/>
          <p:cNvSpPr/>
          <p:nvPr/>
        </p:nvSpPr>
        <p:spPr>
          <a:xfrm>
            <a:off x="7950708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6B728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Log Analytics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Monitoring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505188" y="1549908"/>
            <a:ext cx="201168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8" name="Text 16"/>
          <p:cNvSpPr/>
          <p:nvPr/>
        </p:nvSpPr>
        <p:spPr>
          <a:xfrm>
            <a:off x="9706356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Container Env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Hosting Env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21031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Azure resources are provisioned inside a single Resource Group. Resources are created in order — each step depends on the previous one.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265176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265176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274320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Config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Version: 15+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SKU: Standard_D4ds_v4 (production)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SKU: Standard_B1ms (development)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Extension: unaccent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HA: Zone-redundant in production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89120" y="265176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9120" y="2651760"/>
            <a:ext cx="34747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5" name="Text 23"/>
          <p:cNvSpPr/>
          <p:nvPr/>
        </p:nvSpPr>
        <p:spPr>
          <a:xfrm>
            <a:off x="4498848" y="274320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Vault Secrets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DATABASE_URL — PostgreSQL connection string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SESSION_SECRET — Express session signing key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GOOGLE_CLIENT_ID / SECRET — Google OAuth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MICROSOFT_CLIENT_ID / SECRET — Entra ID OAuth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RESEND_API_KEY — Email service key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29600" y="265176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0" y="2651760"/>
            <a:ext cx="34747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/>
          <p:nvPr/>
        </p:nvSpPr>
        <p:spPr>
          <a:xfrm>
            <a:off x="8339328" y="274320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&amp; Monitoring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Blob Storage: Standard LRS (dev) / GRS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Container: uploads (file attachments)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Log Analytics workspace for Container App logs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Log retention: 30 days (configurable)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Container App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FF751F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4 of 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8" name="Text 6"/>
          <p:cNvSpPr/>
          <p:nvPr/>
        </p:nvSpPr>
        <p:spPr>
          <a:xfrm>
            <a:off x="1705356" y="1371600"/>
            <a:ext cx="2560320" cy="548640"/>
          </a:xfrm>
          <a:prstGeom prst="rect">
            <a:avLst>
              <a:gd name="adj" fmla="val 16667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Create Container App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az containerapp create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65676" y="1572768"/>
            <a:ext cx="548640" cy="146304"/>
          </a:xfrm>
          <a:prstGeom prst="rightArrow">
            <a:avLst/>
          </a:prstGeom>
          <a:solidFill>
            <a:srgbClr val="FF751F"/>
          </a:solidFill>
          <a:ln/>
        </p:spPr>
      </p:sp>
      <p:sp>
        <p:nvSpPr>
          <p:cNvPr id="10" name="Text 8"/>
          <p:cNvSpPr/>
          <p:nvPr/>
        </p:nvSpPr>
        <p:spPr>
          <a:xfrm>
            <a:off x="4814316" y="1371600"/>
            <a:ext cx="2560320" cy="548640"/>
          </a:xfrm>
          <a:prstGeom prst="rect">
            <a:avLst>
              <a:gd name="adj" fmla="val 16667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Managed Identity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ACR + Key Vault + Blob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74636" y="1572768"/>
            <a:ext cx="548640" cy="146304"/>
          </a:xfrm>
          <a:prstGeom prst="rightArrow">
            <a:avLst/>
          </a:prstGeom>
          <a:solidFill>
            <a:srgbClr val="FF751F"/>
          </a:solidFill>
          <a:ln/>
        </p:spPr>
      </p:sp>
      <p:sp>
        <p:nvSpPr>
          <p:cNvPr id="12" name="Text 10"/>
          <p:cNvSpPr/>
          <p:nvPr/>
        </p:nvSpPr>
        <p:spPr>
          <a:xfrm>
            <a:off x="7923276" y="1371600"/>
            <a:ext cx="2560320" cy="548640"/>
          </a:xfrm>
          <a:prstGeom prst="rect">
            <a:avLst>
              <a:gd name="adj" fmla="val 16667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Ingress &amp; Domain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HTTPS + TLS Certificate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219456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Container App is created with secrets, environment variables, scaling rules, and ingress configuration. Managed Identity replaces stored credentials.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743200"/>
            <a:ext cx="3474720" cy="1591056"/>
          </a:xfrm>
          <a:prstGeom prst="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FF75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743200"/>
            <a:ext cx="3474720" cy="54864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2834640"/>
            <a:ext cx="3255264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App Config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CPU: 1.0 vCPU (dev) / 2.0 vCPU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Memory: 2.0 Gi (dev) / 4.0 Gi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Min replicas: 1 (dev) / 2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Max replicas: 3 (dev) / 10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Target port: 5000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Health probe: /api/health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274320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2743200"/>
            <a:ext cx="34747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4498848" y="283464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 Role Assignments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AcrPull — Pull images from Container Registry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Key Vault Secrets User — Read secrets at startup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Storage Blob Data Contributor — Upload/download files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Uses system-assigned Managed Identity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client secrets or connection strings needed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274320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0" y="274320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2" name="Text 20"/>
          <p:cNvSpPr/>
          <p:nvPr/>
        </p:nvSpPr>
        <p:spPr>
          <a:xfrm>
            <a:off x="8339328" y="283464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DNS &amp; Ingress Setup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CNAME: app.fridayreport.ai → *.azurecontainerapps.io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TXT: asuid.app → domain verification ID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Managed TLS certificate (auto-renewed)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Update Google OAuth redirect URIs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Update Microsoft Entra ID redirect URIs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E11D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E11D48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5 of 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8" name="Text 6"/>
          <p:cNvSpPr/>
          <p:nvPr/>
        </p:nvSpPr>
        <p:spPr>
          <a:xfrm>
            <a:off x="4905756" y="1097280"/>
            <a:ext cx="2377440" cy="411480"/>
          </a:xfrm>
          <a:prstGeom prst="rect">
            <a:avLst>
              <a:gd name="adj" fmla="val 48889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End Users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HTTPS Traffic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21324" y="1508760"/>
            <a:ext cx="146304" cy="228600"/>
          </a:xfrm>
          <a:prstGeom prst="downArrow">
            <a:avLst/>
          </a:prstGeom>
          <a:solidFill>
            <a:srgbClr val="17255A"/>
          </a:solidFill>
          <a:ln/>
        </p:spPr>
      </p:sp>
      <p:sp>
        <p:nvSpPr>
          <p:cNvPr id="10" name="Text 8"/>
          <p:cNvSpPr/>
          <p:nvPr/>
        </p:nvSpPr>
        <p:spPr>
          <a:xfrm>
            <a:off x="6222492" y="153162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ingress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82796" y="1828800"/>
            <a:ext cx="4023360" cy="594360"/>
          </a:xfrm>
          <a:prstGeom prst="rect">
            <a:avLst>
              <a:gd name="adj" fmla="val 15385"/>
            </a:avLst>
          </a:prstGeom>
          <a:solidFill>
            <a:srgbClr val="E11D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FridayReport.AI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Container App (Node.js + Express + React SPA)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0" y="1645920"/>
            <a:ext cx="329184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E11D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1645920"/>
            <a:ext cx="3291840" cy="54864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4" name="Text 12"/>
          <p:cNvSpPr/>
          <p:nvPr/>
        </p:nvSpPr>
        <p:spPr>
          <a:xfrm>
            <a:off x="8339328" y="1737360"/>
            <a:ext cx="307238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11D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Jobs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Scheduled reports — every 15 min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Timesheet reminders — weekdays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Runs via node-cron inside container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external scheduler needed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56816" y="2880360"/>
            <a:ext cx="1828800" cy="457200"/>
          </a:xfrm>
          <a:prstGeom prst="rect">
            <a:avLst>
              <a:gd name="adj" fmla="val 20000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PostgreSQL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Data Persistence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98064" y="2423160"/>
            <a:ext cx="146304" cy="457200"/>
          </a:xfrm>
          <a:prstGeom prst="downArrow">
            <a:avLst/>
          </a:prstGeom>
          <a:solidFill>
            <a:srgbClr val="075DD1"/>
          </a:solidFill>
          <a:ln/>
        </p:spPr>
      </p:sp>
      <p:sp>
        <p:nvSpPr>
          <p:cNvPr id="17" name="Text 15"/>
          <p:cNvSpPr/>
          <p:nvPr/>
        </p:nvSpPr>
        <p:spPr>
          <a:xfrm>
            <a:off x="4105656" y="2880360"/>
            <a:ext cx="1828800" cy="457200"/>
          </a:xfrm>
          <a:prstGeom prst="rect">
            <a:avLst>
              <a:gd name="adj" fmla="val 20000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Blob Storage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File Storage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946904" y="2423160"/>
            <a:ext cx="146304" cy="457200"/>
          </a:xfrm>
          <a:prstGeom prst="downArrow">
            <a:avLst/>
          </a:prstGeom>
          <a:solidFill>
            <a:srgbClr val="0891B2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2880360"/>
            <a:ext cx="1828800" cy="457200"/>
          </a:xfrm>
          <a:prstGeom prst="rect">
            <a:avLst>
              <a:gd name="adj" fmla="val 2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Vault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Secrets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095744" y="2423160"/>
            <a:ext cx="146304" cy="457200"/>
          </a:xfrm>
          <a:prstGeom prst="downArrow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8403336" y="2880360"/>
            <a:ext cx="1828800" cy="457200"/>
          </a:xfrm>
          <a:prstGeom prst="rect">
            <a:avLst>
              <a:gd name="adj" fmla="val 20000"/>
            </a:avLst>
          </a:prstGeom>
          <a:solidFill>
            <a:srgbClr val="6B728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Log Analytics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Monitoring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244584" y="2423160"/>
            <a:ext cx="146304" cy="457200"/>
          </a:xfrm>
          <a:prstGeom prst="downArrow">
            <a:avLst/>
          </a:prstGeom>
          <a:solidFill>
            <a:srgbClr val="6B7280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7033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SERVICES (OUTBOUND)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91156" y="3931920"/>
            <a:ext cx="2194560" cy="411480"/>
          </a:xfrm>
          <a:prstGeom prst="rect">
            <a:avLst>
              <a:gd name="adj" fmla="val 22222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Microsoft Graph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Planner / Dataverse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97196" y="3931920"/>
            <a:ext cx="2194560" cy="411480"/>
          </a:xfrm>
          <a:prstGeom prst="rect">
            <a:avLst>
              <a:gd name="adj" fmla="val 2222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Google OAuth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Authentication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603236" y="3931920"/>
            <a:ext cx="2194560" cy="411480"/>
          </a:xfrm>
          <a:prstGeom prst="rect">
            <a:avLst>
              <a:gd name="adj" fmla="val 22222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Resend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Email Delivery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66344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E11D4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663440"/>
            <a:ext cx="3474720" cy="54864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475488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11D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Scaling Behavior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HTTP-based auto-scaling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Scale to zero: disabled in production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Replicas share PostgreSQL sessions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Stateless design — no sticky sessions needed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89120" y="466344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FF75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89120" y="4663440"/>
            <a:ext cx="3474720" cy="54864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32" name="Text 30"/>
          <p:cNvSpPr/>
          <p:nvPr/>
        </p:nvSpPr>
        <p:spPr>
          <a:xfrm>
            <a:off x="4498848" y="475488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&amp; Readiness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Liveness probe: GET /api/health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Readiness probe: GET /api/health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Startup probe: 30s initial delay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Graceful shutdown on SIGTERM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229600" y="466344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0" y="4663440"/>
            <a:ext cx="347472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35" name="Text 33"/>
          <p:cNvSpPr/>
          <p:nvPr/>
        </p:nvSpPr>
        <p:spPr>
          <a:xfrm>
            <a:off x="8339328" y="475488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Monitoring Queries (KQL)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ContainerAppConsoleLogs_CL for app logs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ContainerAppSystemLogs_CL for platform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Alert on 5xx error rate &gt; 1%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Alert on container restart count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Deployment Flow</dc:title>
  <dc:subject>PptxGenJS Presentation</dc:subject>
  <dc:creator>FridayReport.AI</dc:creator>
  <cp:lastModifiedBy>FridayReport.AI</cp:lastModifiedBy>
  <cp:revision>1</cp:revision>
  <dcterms:created xsi:type="dcterms:W3CDTF">2026-03-14T18:25:43Z</dcterms:created>
  <dcterms:modified xsi:type="dcterms:W3CDTF">2026-03-14T18:25:43Z</dcterms:modified>
</cp:coreProperties>
</file>